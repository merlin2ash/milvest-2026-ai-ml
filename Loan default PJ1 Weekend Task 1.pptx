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82E41ABC-DC9F-43D1-8B7A-D9390899A69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sha Repsol" initials="AR" lastIdx="1" clrIdx="0">
    <p:extLst>
      <p:ext uri="{19B8F6BF-5375-455C-9EA6-DF929625EA0E}">
        <p15:presenceInfo xmlns:p15="http://schemas.microsoft.com/office/powerpoint/2012/main" userId="55850e0a9706b29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29455C-6791-400E-8E3C-7A452E0AC650}" v="48" dt="2026-06-06T13:30:45.3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3443" autoAdjust="0"/>
  </p:normalViewPr>
  <p:slideViewPr>
    <p:cSldViewPr snapToGrid="0">
      <p:cViewPr varScale="1">
        <p:scale>
          <a:sx n="89" d="100"/>
          <a:sy n="89" d="100"/>
        </p:scale>
        <p:origin x="567" y="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4" d="100"/>
          <a:sy n="54" d="100"/>
        </p:scale>
        <p:origin x="1773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ha Repsol" userId="55850e0a9706b297" providerId="LiveId" clId="{3C9528D4-E2C5-412B-9780-80C68CB38E85}"/>
    <pc:docChg chg="undo custSel modSld addMainMaster delMainMaster modMainMaster addSection delSection">
      <pc:chgData name="Asha Repsol" userId="55850e0a9706b297" providerId="LiveId" clId="{3C9528D4-E2C5-412B-9780-80C68CB38E85}" dt="2026-06-06T17:39:03.272" v="782" actId="6549"/>
      <pc:docMkLst>
        <pc:docMk/>
      </pc:docMkLst>
      <pc:sldChg chg="addSp delSp modSp mod setBg">
        <pc:chgData name="Asha Repsol" userId="55850e0a9706b297" providerId="LiveId" clId="{3C9528D4-E2C5-412B-9780-80C68CB38E85}" dt="2026-06-06T17:39:03.272" v="782" actId="6549"/>
        <pc:sldMkLst>
          <pc:docMk/>
          <pc:sldMk cId="0" sldId="256"/>
        </pc:sldMkLst>
        <pc:spChg chg="add del mod">
          <ac:chgData name="Asha Repsol" userId="55850e0a9706b297" providerId="LiveId" clId="{3C9528D4-E2C5-412B-9780-80C68CB38E85}" dt="2026-06-06T17:39:03.272" v="782" actId="6549"/>
          <ac:spMkLst>
            <pc:docMk/>
            <pc:sldMk cId="0" sldId="256"/>
            <ac:spMk id="2" creationId="{FB7D61A5-8608-487D-F870-A38916A2F508}"/>
          </ac:spMkLst>
        </pc:spChg>
      </pc:sldChg>
      <pc:sldChg chg="addSp delSp modSp mod setBg">
        <pc:chgData name="Asha Repsol" userId="55850e0a9706b297" providerId="LiveId" clId="{3C9528D4-E2C5-412B-9780-80C68CB38E85}" dt="2026-06-06T17:39:00.111" v="779" actId="6549"/>
        <pc:sldMkLst>
          <pc:docMk/>
          <pc:sldMk cId="0" sldId="257"/>
        </pc:sldMkLst>
        <pc:spChg chg="add del mod">
          <ac:chgData name="Asha Repsol" userId="55850e0a9706b297" providerId="LiveId" clId="{3C9528D4-E2C5-412B-9780-80C68CB38E85}" dt="2026-06-06T17:39:00.111" v="779" actId="6549"/>
          <ac:spMkLst>
            <pc:docMk/>
            <pc:sldMk cId="0" sldId="257"/>
            <ac:spMk id="2" creationId="{6EF841A4-0669-F941-5B5E-395A922A9842}"/>
          </ac:spMkLst>
        </pc:spChg>
      </pc:sldChg>
      <pc:sldChg chg="addSp modSp setBg">
        <pc:chgData name="Asha Repsol" userId="55850e0a9706b297" providerId="LiveId" clId="{3C9528D4-E2C5-412B-9780-80C68CB38E85}" dt="2026-06-06T13:30:06.703" v="765"/>
        <pc:sldMkLst>
          <pc:docMk/>
          <pc:sldMk cId="0" sldId="258"/>
        </pc:sldMkLst>
        <pc:spChg chg="add mod">
          <ac:chgData name="Asha Repsol" userId="55850e0a9706b297" providerId="LiveId" clId="{3C9528D4-E2C5-412B-9780-80C68CB38E85}" dt="2026-06-06T13:30:06.703" v="765"/>
          <ac:spMkLst>
            <pc:docMk/>
            <pc:sldMk cId="0" sldId="258"/>
            <ac:spMk id="2" creationId="{B7FF09AE-A1F0-D19D-9032-7E9646480209}"/>
          </ac:spMkLst>
        </pc:spChg>
      </pc:sldChg>
      <pc:sldChg chg="addSp modSp setBg">
        <pc:chgData name="Asha Repsol" userId="55850e0a9706b297" providerId="LiveId" clId="{3C9528D4-E2C5-412B-9780-80C68CB38E85}" dt="2026-06-06T13:30:13.238" v="766"/>
        <pc:sldMkLst>
          <pc:docMk/>
          <pc:sldMk cId="0" sldId="259"/>
        </pc:sldMkLst>
        <pc:spChg chg="add mod">
          <ac:chgData name="Asha Repsol" userId="55850e0a9706b297" providerId="LiveId" clId="{3C9528D4-E2C5-412B-9780-80C68CB38E85}" dt="2026-06-06T13:30:13.238" v="766"/>
          <ac:spMkLst>
            <pc:docMk/>
            <pc:sldMk cId="0" sldId="259"/>
            <ac:spMk id="2" creationId="{9968A12F-9076-E7FC-1599-0151B406ABF6}"/>
          </ac:spMkLst>
        </pc:spChg>
      </pc:sldChg>
      <pc:sldChg chg="addSp delSp modSp mod setBg modClrScheme chgLayout">
        <pc:chgData name="Asha Repsol" userId="55850e0a9706b297" providerId="LiveId" clId="{3C9528D4-E2C5-412B-9780-80C68CB38E85}" dt="2026-06-06T13:31:54.384" v="770" actId="14100"/>
        <pc:sldMkLst>
          <pc:docMk/>
          <pc:sldMk cId="0" sldId="260"/>
        </pc:sldMkLst>
        <pc:spChg chg="add mod">
          <ac:chgData name="Asha Repsol" userId="55850e0a9706b297" providerId="LiveId" clId="{3C9528D4-E2C5-412B-9780-80C68CB38E85}" dt="2026-06-06T13:30:20.419" v="767"/>
          <ac:spMkLst>
            <pc:docMk/>
            <pc:sldMk cId="0" sldId="260"/>
            <ac:spMk id="2" creationId="{EC69222E-FF6E-C577-1929-E56F394BC72E}"/>
          </ac:spMkLst>
        </pc:spChg>
        <pc:spChg chg="add del mod ord">
          <ac:chgData name="Asha Repsol" userId="55850e0a9706b297" providerId="LiveId" clId="{3C9528D4-E2C5-412B-9780-80C68CB38E85}" dt="2026-06-06T09:45:16.041" v="101" actId="6264"/>
          <ac:spMkLst>
            <pc:docMk/>
            <pc:sldMk cId="0" sldId="260"/>
            <ac:spMk id="4" creationId="{C3BDB6AB-C756-2D38-77BF-E7A9DE56B965}"/>
          </ac:spMkLst>
        </pc:spChg>
        <pc:spChg chg="add del mod ord">
          <ac:chgData name="Asha Repsol" userId="55850e0a9706b297" providerId="LiveId" clId="{3C9528D4-E2C5-412B-9780-80C68CB38E85}" dt="2026-06-06T09:45:16.975" v="102" actId="6264"/>
          <ac:spMkLst>
            <pc:docMk/>
            <pc:sldMk cId="0" sldId="260"/>
            <ac:spMk id="5" creationId="{371BCCD8-899C-C3AB-E8BF-F8B8C9B13B5B}"/>
          </ac:spMkLst>
        </pc:spChg>
        <pc:spChg chg="add del mod ord">
          <ac:chgData name="Asha Repsol" userId="55850e0a9706b297" providerId="LiveId" clId="{3C9528D4-E2C5-412B-9780-80C68CB38E85}" dt="2026-06-06T13:29:07.096" v="762" actId="21"/>
          <ac:spMkLst>
            <pc:docMk/>
            <pc:sldMk cId="0" sldId="260"/>
            <ac:spMk id="6" creationId="{9C6BE260-4789-7936-5B65-574C55C3DEBD}"/>
          </ac:spMkLst>
        </pc:spChg>
        <pc:picChg chg="add mod">
          <ac:chgData name="Asha Repsol" userId="55850e0a9706b297" providerId="LiveId" clId="{3C9528D4-E2C5-412B-9780-80C68CB38E85}" dt="2026-06-06T13:31:54.384" v="770" actId="14100"/>
          <ac:picMkLst>
            <pc:docMk/>
            <pc:sldMk cId="0" sldId="260"/>
            <ac:picMk id="3" creationId="{C1F64748-C715-4780-F4B4-027848C75871}"/>
          </ac:picMkLst>
        </pc:picChg>
      </pc:sldChg>
      <pc:sldChg chg="addSp delSp modSp mod setBg">
        <pc:chgData name="Asha Repsol" userId="55850e0a9706b297" providerId="LiveId" clId="{3C9528D4-E2C5-412B-9780-80C68CB38E85}" dt="2026-06-06T13:28:45.974" v="761"/>
        <pc:sldMkLst>
          <pc:docMk/>
          <pc:sldMk cId="0" sldId="261"/>
        </pc:sldMkLst>
        <pc:spChg chg="add mod">
          <ac:chgData name="Asha Repsol" userId="55850e0a9706b297" providerId="LiveId" clId="{3C9528D4-E2C5-412B-9780-80C68CB38E85}" dt="2026-06-06T13:28:45.974" v="761"/>
          <ac:spMkLst>
            <pc:docMk/>
            <pc:sldMk cId="0" sldId="261"/>
            <ac:spMk id="2" creationId="{8D286828-7990-D568-395C-2DDB8CD8D041}"/>
          </ac:spMkLst>
        </pc:spChg>
        <pc:picChg chg="add del">
          <ac:chgData name="Asha Repsol" userId="55850e0a9706b297" providerId="LiveId" clId="{3C9528D4-E2C5-412B-9780-80C68CB38E85}" dt="2026-06-06T10:39:45.657" v="313" actId="478"/>
          <ac:picMkLst>
            <pc:docMk/>
            <pc:sldMk cId="0" sldId="261"/>
            <ac:picMk id="3" creationId="{A769F9FD-9B14-9C95-6E72-AECEE0FB985D}"/>
          </ac:picMkLst>
        </pc:picChg>
        <pc:picChg chg="add mod">
          <ac:chgData name="Asha Repsol" userId="55850e0a9706b297" providerId="LiveId" clId="{3C9528D4-E2C5-412B-9780-80C68CB38E85}" dt="2026-06-06T11:00:16.769" v="326" actId="14100"/>
          <ac:picMkLst>
            <pc:docMk/>
            <pc:sldMk cId="0" sldId="261"/>
            <ac:picMk id="5" creationId="{660952FA-EA13-C3DA-9A1A-6BCEB4AB2BAD}"/>
          </ac:picMkLst>
        </pc:picChg>
      </pc:sldChg>
      <pc:sldChg chg="addSp modSp mod setBg">
        <pc:chgData name="Asha Repsol" userId="55850e0a9706b297" providerId="LiveId" clId="{3C9528D4-E2C5-412B-9780-80C68CB38E85}" dt="2026-06-06T13:28:41.731" v="760"/>
        <pc:sldMkLst>
          <pc:docMk/>
          <pc:sldMk cId="0" sldId="262"/>
        </pc:sldMkLst>
        <pc:spChg chg="add mod">
          <ac:chgData name="Asha Repsol" userId="55850e0a9706b297" providerId="LiveId" clId="{3C9528D4-E2C5-412B-9780-80C68CB38E85}" dt="2026-06-06T13:28:41.731" v="760"/>
          <ac:spMkLst>
            <pc:docMk/>
            <pc:sldMk cId="0" sldId="262"/>
            <ac:spMk id="2" creationId="{3D450B99-EC13-FFEA-5C97-4613E50983DD}"/>
          </ac:spMkLst>
        </pc:spChg>
        <pc:picChg chg="add mod">
          <ac:chgData name="Asha Repsol" userId="55850e0a9706b297" providerId="LiveId" clId="{3C9528D4-E2C5-412B-9780-80C68CB38E85}" dt="2026-06-06T10:59:36.893" v="323" actId="14100"/>
          <ac:picMkLst>
            <pc:docMk/>
            <pc:sldMk cId="0" sldId="262"/>
            <ac:picMk id="3" creationId="{6E768A1D-BF0C-087B-9292-AB97ACA46475}"/>
          </ac:picMkLst>
        </pc:picChg>
      </pc:sldChg>
      <pc:sldChg chg="addSp modSp mod setBg">
        <pc:chgData name="Asha Repsol" userId="55850e0a9706b297" providerId="LiveId" clId="{3C9528D4-E2C5-412B-9780-80C68CB38E85}" dt="2026-06-06T13:28:34.070" v="759"/>
        <pc:sldMkLst>
          <pc:docMk/>
          <pc:sldMk cId="0" sldId="263"/>
        </pc:sldMkLst>
        <pc:spChg chg="add mod">
          <ac:chgData name="Asha Repsol" userId="55850e0a9706b297" providerId="LiveId" clId="{3C9528D4-E2C5-412B-9780-80C68CB38E85}" dt="2026-06-06T13:28:34.070" v="759"/>
          <ac:spMkLst>
            <pc:docMk/>
            <pc:sldMk cId="0" sldId="263"/>
            <ac:spMk id="2" creationId="{E4075FE3-2150-851A-520A-316FF995F552}"/>
          </ac:spMkLst>
        </pc:spChg>
        <pc:picChg chg="add mod">
          <ac:chgData name="Asha Repsol" userId="55850e0a9706b297" providerId="LiveId" clId="{3C9528D4-E2C5-412B-9780-80C68CB38E85}" dt="2026-06-06T11:05:49.291" v="332" actId="14100"/>
          <ac:picMkLst>
            <pc:docMk/>
            <pc:sldMk cId="0" sldId="263"/>
            <ac:picMk id="3" creationId="{12F05927-FAAB-DEC0-755F-A9C5EECF76BF}"/>
          </ac:picMkLst>
        </pc:picChg>
      </pc:sldChg>
      <pc:sldChg chg="addSp modSp mod setBg">
        <pc:chgData name="Asha Repsol" userId="55850e0a9706b297" providerId="LiveId" clId="{3C9528D4-E2C5-412B-9780-80C68CB38E85}" dt="2026-06-06T13:28:24.009" v="758"/>
        <pc:sldMkLst>
          <pc:docMk/>
          <pc:sldMk cId="0" sldId="264"/>
        </pc:sldMkLst>
        <pc:spChg chg="add mod">
          <ac:chgData name="Asha Repsol" userId="55850e0a9706b297" providerId="LiveId" clId="{3C9528D4-E2C5-412B-9780-80C68CB38E85}" dt="2026-06-06T13:28:24.009" v="758"/>
          <ac:spMkLst>
            <pc:docMk/>
            <pc:sldMk cId="0" sldId="264"/>
            <ac:spMk id="2" creationId="{6BD72DA6-DEE3-9415-9DF3-5CC3E9DE2003}"/>
          </ac:spMkLst>
        </pc:spChg>
        <pc:picChg chg="add mod">
          <ac:chgData name="Asha Repsol" userId="55850e0a9706b297" providerId="LiveId" clId="{3C9528D4-E2C5-412B-9780-80C68CB38E85}" dt="2026-06-06T11:09:00.015" v="337" actId="14100"/>
          <ac:picMkLst>
            <pc:docMk/>
            <pc:sldMk cId="0" sldId="264"/>
            <ac:picMk id="3" creationId="{EB5BCD63-2C7F-0236-C264-AC7E65734896}"/>
          </ac:picMkLst>
        </pc:picChg>
      </pc:sldChg>
      <pc:sldChg chg="addSp modSp mod setBg">
        <pc:chgData name="Asha Repsol" userId="55850e0a9706b297" providerId="LiveId" clId="{3C9528D4-E2C5-412B-9780-80C68CB38E85}" dt="2026-06-06T13:28:12.074" v="757" actId="1076"/>
        <pc:sldMkLst>
          <pc:docMk/>
          <pc:sldMk cId="0" sldId="265"/>
        </pc:sldMkLst>
        <pc:spChg chg="add mod">
          <ac:chgData name="Asha Repsol" userId="55850e0a9706b297" providerId="LiveId" clId="{3C9528D4-E2C5-412B-9780-80C68CB38E85}" dt="2026-06-06T13:27:49.484" v="756"/>
          <ac:spMkLst>
            <pc:docMk/>
            <pc:sldMk cId="0" sldId="265"/>
            <ac:spMk id="2" creationId="{7A668064-F199-07FB-F2F2-46AD426D4B0D}"/>
          </ac:spMkLst>
        </pc:spChg>
        <pc:picChg chg="add mod">
          <ac:chgData name="Asha Repsol" userId="55850e0a9706b297" providerId="LiveId" clId="{3C9528D4-E2C5-412B-9780-80C68CB38E85}" dt="2026-06-06T13:28:12.074" v="757" actId="1076"/>
          <ac:picMkLst>
            <pc:docMk/>
            <pc:sldMk cId="0" sldId="265"/>
            <ac:picMk id="3" creationId="{EDEADEC5-A0EF-4143-5021-460CED43B366}"/>
          </ac:picMkLst>
        </pc:picChg>
      </pc:sldChg>
      <pc:sldChg chg="addSp delSp modSp mod setBg">
        <pc:chgData name="Asha Repsol" userId="55850e0a9706b297" providerId="LiveId" clId="{3C9528D4-E2C5-412B-9780-80C68CB38E85}" dt="2026-06-06T13:26:03.840" v="747" actId="20577"/>
        <pc:sldMkLst>
          <pc:docMk/>
          <pc:sldMk cId="0" sldId="266"/>
        </pc:sldMkLst>
        <pc:spChg chg="add del mod">
          <ac:chgData name="Asha Repsol" userId="55850e0a9706b297" providerId="LiveId" clId="{3C9528D4-E2C5-412B-9780-80C68CB38E85}" dt="2026-06-06T13:18:00.265" v="643" actId="767"/>
          <ac:spMkLst>
            <pc:docMk/>
            <pc:sldMk cId="0" sldId="266"/>
            <ac:spMk id="5" creationId="{191A2EE6-E1EE-E237-0684-2891AC4ADFF5}"/>
          </ac:spMkLst>
        </pc:spChg>
        <pc:spChg chg="add mod">
          <ac:chgData name="Asha Repsol" userId="55850e0a9706b297" providerId="LiveId" clId="{3C9528D4-E2C5-412B-9780-80C68CB38E85}" dt="2026-06-06T13:18:44.715" v="659" actId="767"/>
          <ac:spMkLst>
            <pc:docMk/>
            <pc:sldMk cId="0" sldId="266"/>
            <ac:spMk id="6" creationId="{D4CFB8FF-8A24-3C12-930B-C8996B4D24D4}"/>
          </ac:spMkLst>
        </pc:spChg>
        <pc:spChg chg="add mod">
          <ac:chgData name="Asha Repsol" userId="55850e0a9706b297" providerId="LiveId" clId="{3C9528D4-E2C5-412B-9780-80C68CB38E85}" dt="2026-06-06T13:26:03.840" v="747" actId="20577"/>
          <ac:spMkLst>
            <pc:docMk/>
            <pc:sldMk cId="0" sldId="266"/>
            <ac:spMk id="7" creationId="{1A25EDE9-DF37-D4CB-8057-03F5434FDA31}"/>
          </ac:spMkLst>
        </pc:spChg>
        <pc:picChg chg="add mod">
          <ac:chgData name="Asha Repsol" userId="55850e0a9706b297" providerId="LiveId" clId="{3C9528D4-E2C5-412B-9780-80C68CB38E85}" dt="2026-06-06T11:20:05.314" v="350" actId="14100"/>
          <ac:picMkLst>
            <pc:docMk/>
            <pc:sldMk cId="0" sldId="266"/>
            <ac:picMk id="3" creationId="{D829CA78-5AF2-5230-56F2-CC590F5968DF}"/>
          </ac:picMkLst>
        </pc:picChg>
        <pc:picChg chg="add del mod">
          <ac:chgData name="Asha Repsol" userId="55850e0a9706b297" providerId="LiveId" clId="{3C9528D4-E2C5-412B-9780-80C68CB38E85}" dt="2026-06-06T13:18:03.759" v="649" actId="22"/>
          <ac:picMkLst>
            <pc:docMk/>
            <pc:sldMk cId="0" sldId="266"/>
            <ac:picMk id="4" creationId="{77B93D68-3CC1-A3EF-B02C-D5736576884A}"/>
          </ac:picMkLst>
        </pc:picChg>
      </pc:sldChg>
      <pc:sldChg chg="addSp delSp modSp mod setBg modClrScheme chgLayout">
        <pc:chgData name="Asha Repsol" userId="55850e0a9706b297" providerId="LiveId" clId="{3C9528D4-E2C5-412B-9780-80C68CB38E85}" dt="2026-06-06T13:30:45.351" v="769"/>
        <pc:sldMkLst>
          <pc:docMk/>
          <pc:sldMk cId="0" sldId="267"/>
        </pc:sldMkLst>
        <pc:spChg chg="add del mod">
          <ac:chgData name="Asha Repsol" userId="55850e0a9706b297" providerId="LiveId" clId="{3C9528D4-E2C5-412B-9780-80C68CB38E85}" dt="2026-06-06T13:30:41.954" v="768" actId="478"/>
          <ac:spMkLst>
            <pc:docMk/>
            <pc:sldMk cId="0" sldId="267"/>
            <ac:spMk id="2" creationId="{26870D26-25A1-D4FB-A1C9-17337A87B0D4}"/>
          </ac:spMkLst>
        </pc:spChg>
        <pc:spChg chg="add del mod">
          <ac:chgData name="Asha Repsol" userId="55850e0a9706b297" providerId="LiveId" clId="{3C9528D4-E2C5-412B-9780-80C68CB38E85}" dt="2026-06-06T10:06:01.330" v="219" actId="478"/>
          <ac:spMkLst>
            <pc:docMk/>
            <pc:sldMk cId="0" sldId="267"/>
            <ac:spMk id="2" creationId="{A39872DD-0A28-8AFA-C16E-772FEB324A38}"/>
          </ac:spMkLst>
        </pc:spChg>
        <pc:spChg chg="add mod">
          <ac:chgData name="Asha Repsol" userId="55850e0a9706b297" providerId="LiveId" clId="{3C9528D4-E2C5-412B-9780-80C68CB38E85}" dt="2026-06-06T13:30:45.351" v="769"/>
          <ac:spMkLst>
            <pc:docMk/>
            <pc:sldMk cId="0" sldId="267"/>
            <ac:spMk id="3" creationId="{E30AAFD6-5D4E-217D-4817-ABB4263B4BB2}"/>
          </ac:spMkLst>
        </pc:spChg>
        <pc:spChg chg="add del mod">
          <ac:chgData name="Asha Repsol" userId="55850e0a9706b297" providerId="LiveId" clId="{3C9528D4-E2C5-412B-9780-80C68CB38E85}" dt="2026-06-06T11:49:24.728" v="359" actId="478"/>
          <ac:spMkLst>
            <pc:docMk/>
            <pc:sldMk cId="0" sldId="267"/>
            <ac:spMk id="4" creationId="{5024C508-6D31-C82F-A829-2B8AA04860A6}"/>
          </ac:spMkLst>
        </pc:spChg>
        <pc:spChg chg="add del mod">
          <ac:chgData name="Asha Repsol" userId="55850e0a9706b297" providerId="LiveId" clId="{3C9528D4-E2C5-412B-9780-80C68CB38E85}" dt="2026-06-06T11:50:18.847" v="363" actId="478"/>
          <ac:spMkLst>
            <pc:docMk/>
            <pc:sldMk cId="0" sldId="267"/>
            <ac:spMk id="6" creationId="{7701785E-F72D-464F-F99B-7978444B5FE5}"/>
          </ac:spMkLst>
        </pc:spChg>
        <pc:spChg chg="add mod">
          <ac:chgData name="Asha Repsol" userId="55850e0a9706b297" providerId="LiveId" clId="{3C9528D4-E2C5-412B-9780-80C68CB38E85}" dt="2026-06-06T12:38:59.037" v="443" actId="14100"/>
          <ac:spMkLst>
            <pc:docMk/>
            <pc:sldMk cId="0" sldId="267"/>
            <ac:spMk id="8" creationId="{55A31BC8-6D57-0866-76D8-1BCC6011204A}"/>
          </ac:spMkLst>
        </pc:spChg>
      </pc:sldChg>
      <pc:sldChg chg="addSp delSp modSp mod setBg">
        <pc:chgData name="Asha Repsol" userId="55850e0a9706b297" providerId="LiveId" clId="{3C9528D4-E2C5-412B-9780-80C68CB38E85}" dt="2026-06-06T13:27:15.590" v="754" actId="14100"/>
        <pc:sldMkLst>
          <pc:docMk/>
          <pc:sldMk cId="0" sldId="268"/>
        </pc:sldMkLst>
        <pc:spChg chg="add del mod">
          <ac:chgData name="Asha Repsol" userId="55850e0a9706b297" providerId="LiveId" clId="{3C9528D4-E2C5-412B-9780-80C68CB38E85}" dt="2026-06-06T13:26:59.206" v="752" actId="478"/>
          <ac:spMkLst>
            <pc:docMk/>
            <pc:sldMk cId="0" sldId="268"/>
            <ac:spMk id="5" creationId="{B4926608-D608-905C-80AC-AFF3EC82B81F}"/>
          </ac:spMkLst>
        </pc:spChg>
        <pc:spChg chg="add mod">
          <ac:chgData name="Asha Repsol" userId="55850e0a9706b297" providerId="LiveId" clId="{3C9528D4-E2C5-412B-9780-80C68CB38E85}" dt="2026-06-06T13:27:00.272" v="753"/>
          <ac:spMkLst>
            <pc:docMk/>
            <pc:sldMk cId="0" sldId="268"/>
            <ac:spMk id="6" creationId="{3DF4EE59-5757-A64A-F521-04C5E1D84B44}"/>
          </ac:spMkLst>
        </pc:spChg>
        <pc:spChg chg="mod">
          <ac:chgData name="Asha Repsol" userId="55850e0a9706b297" providerId="LiveId" clId="{3C9528D4-E2C5-412B-9780-80C68CB38E85}" dt="2026-06-06T13:16:25.666" v="628" actId="6549"/>
          <ac:spMkLst>
            <pc:docMk/>
            <pc:sldMk cId="0" sldId="268"/>
            <ac:spMk id="102" creationId="{00000000-0000-0000-0000-000000000000}"/>
          </ac:spMkLst>
        </pc:spChg>
        <pc:picChg chg="add mod">
          <ac:chgData name="Asha Repsol" userId="55850e0a9706b297" providerId="LiveId" clId="{3C9528D4-E2C5-412B-9780-80C68CB38E85}" dt="2026-06-06T13:27:15.590" v="754" actId="14100"/>
          <ac:picMkLst>
            <pc:docMk/>
            <pc:sldMk cId="0" sldId="268"/>
            <ac:picMk id="3" creationId="{AF55BDF0-28A5-1B7F-F2AE-73AE19B15D92}"/>
          </ac:picMkLst>
        </pc:picChg>
      </pc:sldChg>
      <pc:sldMasterChg chg="modSp mod setBg modSldLayout">
        <pc:chgData name="Asha Repsol" userId="55850e0a9706b297" providerId="LiveId" clId="{3C9528D4-E2C5-412B-9780-80C68CB38E85}" dt="2026-06-06T10:19:29.892" v="311" actId="20577"/>
        <pc:sldMasterMkLst>
          <pc:docMk/>
          <pc:sldMasterMk cId="0" sldId="2147483659"/>
        </pc:sldMasterMkLst>
        <pc:spChg chg="mod">
          <ac:chgData name="Asha Repsol" userId="55850e0a9706b297" providerId="LiveId" clId="{3C9528D4-E2C5-412B-9780-80C68CB38E85}" dt="2026-06-06T09:37:22.684" v="95" actId="1076"/>
          <ac:spMkLst>
            <pc:docMk/>
            <pc:sldMasterMk cId="0" sldId="2147483659"/>
            <ac:spMk id="2" creationId="{9754DE02-61B5-5415-3CEE-E42829F3888B}"/>
          </ac:spMkLst>
        </pc:spChg>
        <pc:spChg chg="mod">
          <ac:chgData name="Asha Repsol" userId="55850e0a9706b297" providerId="LiveId" clId="{3C9528D4-E2C5-412B-9780-80C68CB38E85}" dt="2026-06-06T10:01:45.771" v="210" actId="1076"/>
          <ac:spMkLst>
            <pc:docMk/>
            <pc:sldMasterMk cId="0" sldId="2147483659"/>
            <ac:spMk id="4" creationId="{B9D5BCFC-68DD-EA2E-FAB4-EF5F1E4EA771}"/>
          </ac:spMkLst>
        </pc:spChg>
        <pc:spChg chg="mod">
          <ac:chgData name="Asha Repsol" userId="55850e0a9706b297" providerId="LiveId" clId="{3C9528D4-E2C5-412B-9780-80C68CB38E85}" dt="2026-06-06T10:01:01.277" v="202" actId="5793"/>
          <ac:spMkLst>
            <pc:docMk/>
            <pc:sldMasterMk cId="0" sldId="2147483659"/>
            <ac:spMk id="7" creationId="{00000000-0000-0000-0000-000000000000}"/>
          </ac:spMkLst>
        </pc:spChg>
        <pc:spChg chg="mod">
          <ac:chgData name="Asha Repsol" userId="55850e0a9706b297" providerId="LiveId" clId="{3C9528D4-E2C5-412B-9780-80C68CB38E85}" dt="2026-06-06T10:19:29.892" v="311" actId="20577"/>
          <ac:spMkLst>
            <pc:docMk/>
            <pc:sldMasterMk cId="0" sldId="2147483659"/>
            <ac:spMk id="8" creationId="{00000000-0000-0000-0000-000000000000}"/>
          </ac:spMkLst>
        </pc:spChg>
        <pc:sldLayoutChg chg="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48"/>
          </pc:sldLayoutMkLst>
        </pc:sldLayoutChg>
        <pc:sldLayoutChg chg="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49"/>
          </pc:sldLayoutMkLst>
        </pc:sldLayoutChg>
        <pc:sldLayoutChg chg="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50"/>
          </pc:sldLayoutMkLst>
        </pc:sldLayoutChg>
        <pc:sldLayoutChg chg="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51"/>
          </pc:sldLayoutMkLst>
        </pc:sldLayoutChg>
        <pc:sldLayoutChg chg="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52"/>
          </pc:sldLayoutMkLst>
        </pc:sldLayoutChg>
        <pc:sldLayoutChg chg="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53"/>
          </pc:sldLayoutMkLst>
        </pc:sldLayoutChg>
        <pc:sldLayoutChg chg="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54"/>
          </pc:sldLayoutMkLst>
        </pc:sldLayoutChg>
        <pc:sldLayoutChg chg="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55"/>
          </pc:sldLayoutMkLst>
        </pc:sldLayoutChg>
        <pc:sldLayoutChg chg="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56"/>
          </pc:sldLayoutMkLst>
        </pc:sldLayoutChg>
        <pc:sldLayoutChg chg="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57"/>
          </pc:sldLayoutMkLst>
        </pc:sldLayoutChg>
        <pc:sldLayoutChg chg="addSp modSp setBg">
          <pc:chgData name="Asha Repsol" userId="55850e0a9706b297" providerId="LiveId" clId="{3C9528D4-E2C5-412B-9780-80C68CB38E85}" dt="2026-06-06T10:01:46.582" v="211"/>
          <pc:sldLayoutMkLst>
            <pc:docMk/>
            <pc:sldMasterMk cId="0" sldId="2147483659"/>
            <pc:sldLayoutMk cId="0" sldId="2147483658"/>
          </pc:sldLayoutMkLst>
          <pc:spChg chg="add mod">
            <ac:chgData name="Asha Repsol" userId="55850e0a9706b297" providerId="LiveId" clId="{3C9528D4-E2C5-412B-9780-80C68CB38E85}" dt="2026-06-06T09:39:26.096" v="96"/>
            <ac:spMkLst>
              <pc:docMk/>
              <pc:sldMasterMk cId="0" sldId="2147483659"/>
              <pc:sldLayoutMk cId="0" sldId="2147483658"/>
              <ac:spMk id="2" creationId="{5F2A2B48-6F56-DA6B-D54E-3F8F4F0867BA}"/>
            </ac:spMkLst>
          </pc:spChg>
        </pc:sldLayoutChg>
        <pc:sldLayoutChg chg="modSp mod setBg">
          <pc:chgData name="Asha Repsol" userId="55850e0a9706b297" providerId="LiveId" clId="{3C9528D4-E2C5-412B-9780-80C68CB38E85}" dt="2026-06-06T10:08:08.152" v="220" actId="1076"/>
          <pc:sldLayoutMkLst>
            <pc:docMk/>
            <pc:sldMasterMk cId="0" sldId="2147483659"/>
            <pc:sldLayoutMk cId="4138739957" sldId="2147483660"/>
          </pc:sldLayoutMkLst>
          <pc:spChg chg="mod">
            <ac:chgData name="Asha Repsol" userId="55850e0a9706b297" providerId="LiveId" clId="{3C9528D4-E2C5-412B-9780-80C68CB38E85}" dt="2026-06-06T10:08:08.152" v="220" actId="1076"/>
            <ac:spMkLst>
              <pc:docMk/>
              <pc:sldMasterMk cId="0" sldId="2147483659"/>
              <pc:sldLayoutMk cId="4138739957" sldId="2147483660"/>
              <ac:spMk id="3" creationId="{8BFC5FC7-CC00-A704-5931-0DFCC1AC1A5D}"/>
            </ac:spMkLst>
          </pc:spChg>
        </pc:sldLayoutChg>
      </pc:sldMasterChg>
      <pc:sldMasterChg chg="new del mod addSldLayout">
        <pc:chgData name="Asha Repsol" userId="55850e0a9706b297" providerId="LiveId" clId="{3C9528D4-E2C5-412B-9780-80C68CB38E85}" dt="2026-06-06T09:42:58.625" v="98" actId="2696"/>
        <pc:sldMasterMkLst>
          <pc:docMk/>
          <pc:sldMasterMk cId="3334146771" sldId="2147483660"/>
        </pc:sldMasterMkLst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3368319921" sldId="2147483661"/>
          </pc:sldLayoutMkLst>
        </pc:sldLayoutChg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4017904441" sldId="2147483662"/>
          </pc:sldLayoutMkLst>
        </pc:sldLayoutChg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444913596" sldId="2147483663"/>
          </pc:sldLayoutMkLst>
        </pc:sldLayoutChg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1771319759" sldId="2147483664"/>
          </pc:sldLayoutMkLst>
        </pc:sldLayoutChg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878757262" sldId="2147483665"/>
          </pc:sldLayoutMkLst>
        </pc:sldLayoutChg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1627020054" sldId="2147483666"/>
          </pc:sldLayoutMkLst>
        </pc:sldLayoutChg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1385961548" sldId="2147483667"/>
          </pc:sldLayoutMkLst>
        </pc:sldLayoutChg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3871407753" sldId="2147483668"/>
          </pc:sldLayoutMkLst>
        </pc:sldLayoutChg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4086658459" sldId="2147483669"/>
          </pc:sldLayoutMkLst>
        </pc:sldLayoutChg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1443834571" sldId="2147483670"/>
          </pc:sldLayoutMkLst>
        </pc:sldLayoutChg>
        <pc:sldLayoutChg chg="new replId">
          <pc:chgData name="Asha Repsol" userId="55850e0a9706b297" providerId="LiveId" clId="{3C9528D4-E2C5-412B-9780-80C68CB38E85}" dt="2026-06-06T09:42:11.875" v="97" actId="6938"/>
          <pc:sldLayoutMkLst>
            <pc:docMk/>
            <pc:sldMasterMk cId="3334146771" sldId="2147483660"/>
            <pc:sldLayoutMk cId="2295296704" sldId="2147483671"/>
          </pc:sldLayoutMkLst>
        </pc:sldLayoutChg>
      </pc:sldMasterChg>
      <pc:sldMasterChg chg="new del mod addSldLayout">
        <pc:chgData name="Asha Repsol" userId="55850e0a9706b297" providerId="LiveId" clId="{3C9528D4-E2C5-412B-9780-80C68CB38E85}" dt="2026-06-06T09:36:37.603" v="94" actId="2696"/>
        <pc:sldMasterMkLst>
          <pc:docMk/>
          <pc:sldMasterMk cId="4164023912" sldId="2147483660"/>
        </pc:sldMasterMkLst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252573592" sldId="2147483661"/>
          </pc:sldLayoutMkLst>
        </pc:sldLayoutChg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520259880" sldId="2147483662"/>
          </pc:sldLayoutMkLst>
        </pc:sldLayoutChg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421069643" sldId="2147483663"/>
          </pc:sldLayoutMkLst>
        </pc:sldLayoutChg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1322592290" sldId="2147483664"/>
          </pc:sldLayoutMkLst>
        </pc:sldLayoutChg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757922392" sldId="2147483665"/>
          </pc:sldLayoutMkLst>
        </pc:sldLayoutChg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3087110587" sldId="2147483666"/>
          </pc:sldLayoutMkLst>
        </pc:sldLayoutChg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1288602529" sldId="2147483667"/>
          </pc:sldLayoutMkLst>
        </pc:sldLayoutChg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3189096684" sldId="2147483668"/>
          </pc:sldLayoutMkLst>
        </pc:sldLayoutChg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2287015874" sldId="2147483669"/>
          </pc:sldLayoutMkLst>
        </pc:sldLayoutChg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1830938189" sldId="2147483670"/>
          </pc:sldLayoutMkLst>
        </pc:sldLayoutChg>
        <pc:sldLayoutChg chg="new replId">
          <pc:chgData name="Asha Repsol" userId="55850e0a9706b297" providerId="LiveId" clId="{3C9528D4-E2C5-412B-9780-80C68CB38E85}" dt="2026-06-06T09:31:56.424" v="5" actId="6938"/>
          <pc:sldLayoutMkLst>
            <pc:docMk/>
            <pc:sldMasterMk cId="4164023912" sldId="2147483660"/>
            <pc:sldLayoutMk cId="894802733" sldId="214748367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8ae82e14a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e8ae82e14a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8ae82e14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8ae82e14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8ae82e14a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8ae82e14a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8ae82e14a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8ae82e14a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8ae82e14a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8ae82e14a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ae82e14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8ae82e14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8ae82e14a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8ae82e14a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8ae82e14a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8ae82e14a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8ae82e14a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8ae82e14a_0_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8ae82e14a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8ae82e14a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8ae82e14a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8ae82e14a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8ae82e14a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8ae82e14a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userDrawn="1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A2B48-6F56-DA6B-D54E-3F8F4F086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CB71-086F-7F2F-CD3E-8BB67237E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BFC5FC7-CC00-A704-5931-0DFCC1AC1A5D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367590" y="3723417"/>
            <a:ext cx="8907568" cy="393600"/>
          </a:xfrm>
        </p:spPr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3873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 dirty="0"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590" y="4663217"/>
            <a:ext cx="8907568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algn="l"/>
            <a:r>
              <a:rPr lang="en-US" dirty="0"/>
              <a:t>PROFILE ID- 				NAME – ASHA RAJAN			SEGMENT - TEJASVINI </a:t>
            </a:r>
            <a:endParaRPr lang="en-IN"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7D61A5-8608-487D-F870-A38916A2F508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32A31B8-325B-AECA-05B4-3E92A545B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300" y="82193"/>
            <a:ext cx="3219954" cy="444357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EF841A4-0669-F941-5B5E-395A922A9842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7FF09AE-A1F0-D19D-9032-7E9646480209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1344C7-B837-B6BC-9603-989B58047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29" y="952052"/>
            <a:ext cx="7734749" cy="350699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968A12F-9076-E7FC-1599-0151B406ABF6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64748-C715-4780-F4B4-027848C758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29" y="898264"/>
            <a:ext cx="7686339" cy="349085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C69222E-FF6E-C577-1929-E56F394BC72E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60952FA-EA13-C3DA-9A1A-6BCEB4AB2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850899"/>
            <a:ext cx="7696200" cy="377825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D286828-7990-D568-395C-2DDB8CD8D041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768A1D-BF0C-087B-9292-AB97ACA464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6650" y="800100"/>
            <a:ext cx="7245350" cy="3790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450B99-EC13-FFEA-5C97-4613E50983DD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F05927-FAAB-DEC0-755F-A9C5EECF7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876300"/>
            <a:ext cx="7702550" cy="37084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075FE3-2150-851A-520A-316FF995F552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5BCD63-2C7F-0236-C264-AC7E65734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550" y="749300"/>
            <a:ext cx="7727950" cy="37909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BD72DA6-DEE3-9415-9DF3-5CC3E9DE2003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EADEC5-A0EF-4143-5021-460CED43B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544" y="744817"/>
            <a:ext cx="7664450" cy="38608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A668064-F199-07FB-F2F2-46AD426D4B0D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29CA78-5AF2-5230-56F2-CC590F5968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0" y="736600"/>
            <a:ext cx="7696200" cy="38544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A25EDE9-DF37-D4CB-8057-03F5434FDA31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5A31BC8-6D57-0866-76D8-1BCC6011204A}"/>
              </a:ext>
            </a:extLst>
          </p:cNvPr>
          <p:cNvSpPr txBox="1"/>
          <p:nvPr/>
        </p:nvSpPr>
        <p:spPr>
          <a:xfrm>
            <a:off x="488950" y="637085"/>
            <a:ext cx="8267700" cy="3869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dirty="0"/>
              <a:t>What I explored: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/>
              <a:t>Was introduced to Orange Data Mining — a no-code, visual ML platform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/>
              <a:t>Learned the concept of Supervised Machine Learning and how algorithms learn from labelled data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/>
              <a:t>Understood the difference between classification and regression problems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dirty="0"/>
              <a:t>What I built: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/>
              <a:t>Completed my first end-to-end ML workflow using Logistic Regression on the Loan Default dataset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/>
              <a:t>Loaded, cleaned and </a:t>
            </a:r>
            <a:r>
              <a:rPr lang="en-IN" dirty="0" err="1"/>
              <a:t>preprocessed</a:t>
            </a:r>
            <a:r>
              <a:rPr lang="en-IN" dirty="0"/>
              <a:t> real world banking data 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/>
              <a:t>Handled missing values using Impute, removed anomalies using Outliers and encoded fields using Continue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IN" dirty="0"/>
              <a:t>Predicted loan sanction outcomes using the trained model</a:t>
            </a: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dirty="0"/>
              <a:t>My biggest insight:</a:t>
            </a:r>
          </a:p>
          <a:p>
            <a:pPr>
              <a:buNone/>
            </a:pPr>
            <a:r>
              <a:rPr lang="en-IN" dirty="0"/>
              <a:t>Data preprocessing is more important than the algorithm itself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0AAFD6-5D4E-217D-4817-ABB4263B4BB2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>
          <a:blip r:embed="rId3"/>
          <a:tile tx="0" ty="0" sx="100000" sy="100000" flip="none" algn="tl"/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5"/>
          <p:cNvSpPr txBox="1"/>
          <p:nvPr/>
        </p:nvSpPr>
        <p:spPr>
          <a:xfrm>
            <a:off x="-48409" y="0"/>
            <a:ext cx="7783158" cy="1065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chemeClr val="dk2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55BDF0-28A5-1B7F-F2AE-73AE19B15D9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-193637"/>
            <a:ext cx="9143999" cy="47992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DF4EE59-5757-A64A-F521-04C5E1D84B44}"/>
              </a:ext>
            </a:extLst>
          </p:cNvPr>
          <p:cNvSpPr txBox="1"/>
          <p:nvPr/>
        </p:nvSpPr>
        <p:spPr>
          <a:xfrm>
            <a:off x="0" y="4605617"/>
            <a:ext cx="9144000" cy="523220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PROFILE ID – 2014381	NAME – ASHA		SEGMENT – TEJASVINI		 		</a:t>
            </a:r>
            <a:endParaRPr lang="en-IN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dirty="0">
            <a:solidFill>
              <a:schemeClr val="accent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8" row="3">
    <wetp:webextensionref xmlns:r="http://schemas.openxmlformats.org/officeDocument/2006/relationships" r:id="rId1"/>
  </wetp:taskpane>
  <wetp:taskpane dockstate="right" visibility="0" width="700" row="5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9A209F76-D5E7-48DC-A2B6-EB43602447F7}">
  <we:reference id="wa200005566" version="3.0.0.2" store="en-US" storeType="OMEX"/>
  <we:alternateReferences>
    <we:reference id="WA200005566" version="3.0.0.2" store="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FE1ED14-11E3-4857-9C7A-700D36635D1D}">
  <we:reference id="wa200005669" version="2.0.0.0" store="en-IN" storeType="OMEX"/>
  <we:alternateReferences>
    <we:reference id="WA200005669" version="2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337</TotalTime>
  <Words>336</Words>
  <Application>Microsoft Office PowerPoint</Application>
  <PresentationFormat>On-screen Show (16:9)</PresentationFormat>
  <Paragraphs>24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Symbol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Asha Repsol</dc:creator>
  <cp:lastModifiedBy>Asha Repsol</cp:lastModifiedBy>
  <cp:revision>1</cp:revision>
  <dcterms:modified xsi:type="dcterms:W3CDTF">2026-06-06T17:39:11Z</dcterms:modified>
</cp:coreProperties>
</file>